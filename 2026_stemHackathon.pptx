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56461-DDEE-4A1E-89C0-4CA9688B377C}" v="32" dt="2026-06-18T13:25:44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内装 大友" userId="6405a49391cd44f3" providerId="Windows Live" clId="Web-{68B56461-DDEE-4A1E-89C0-4CA9688B377C}"/>
    <pc:docChg chg="delSld modSld">
      <pc:chgData name="内装 大友" userId="6405a49391cd44f3" providerId="Windows Live" clId="Web-{68B56461-DDEE-4A1E-89C0-4CA9688B377C}" dt="2026-06-18T13:25:44.588" v="31" actId="14100"/>
      <pc:docMkLst>
        <pc:docMk/>
      </pc:docMkLst>
      <pc:sldChg chg="del">
        <pc:chgData name="内装 大友" userId="6405a49391cd44f3" providerId="Windows Live" clId="Web-{68B56461-DDEE-4A1E-89C0-4CA9688B377C}" dt="2026-06-18T13:25:30.713" v="28"/>
        <pc:sldMkLst>
          <pc:docMk/>
          <pc:sldMk cId="84852325" sldId="257"/>
        </pc:sldMkLst>
      </pc:sldChg>
      <pc:sldChg chg="modSp">
        <pc:chgData name="内装 大友" userId="6405a49391cd44f3" providerId="Windows Live" clId="Web-{68B56461-DDEE-4A1E-89C0-4CA9688B377C}" dt="2026-06-18T13:25:44.588" v="31" actId="14100"/>
        <pc:sldMkLst>
          <pc:docMk/>
          <pc:sldMk cId="361563473" sldId="258"/>
        </pc:sldMkLst>
        <pc:spChg chg="mod">
          <ac:chgData name="内装 大友" userId="6405a49391cd44f3" providerId="Windows Live" clId="Web-{68B56461-DDEE-4A1E-89C0-4CA9688B377C}" dt="2026-06-18T13:25:44.588" v="31" actId="14100"/>
          <ac:spMkLst>
            <pc:docMk/>
            <pc:sldMk cId="361563473" sldId="258"/>
            <ac:spMk id="3" creationId="{B53A820F-46F9-A98F-85C8-70A1F6AF0D91}"/>
          </ac:spMkLst>
        </pc:spChg>
      </pc:sldChg>
      <pc:sldChg chg="modSp">
        <pc:chgData name="内装 大友" userId="6405a49391cd44f3" providerId="Windows Live" clId="Web-{68B56461-DDEE-4A1E-89C0-4CA9688B377C}" dt="2026-06-18T13:25:23.072" v="27" actId="20577"/>
        <pc:sldMkLst>
          <pc:docMk/>
          <pc:sldMk cId="3650668625" sldId="261"/>
        </pc:sldMkLst>
        <pc:spChg chg="mod">
          <ac:chgData name="内装 大友" userId="6405a49391cd44f3" providerId="Windows Live" clId="Web-{68B56461-DDEE-4A1E-89C0-4CA9688B377C}" dt="2026-06-18T12:16:41.237" v="2" actId="20577"/>
          <ac:spMkLst>
            <pc:docMk/>
            <pc:sldMk cId="3650668625" sldId="261"/>
            <ac:spMk id="2" creationId="{F4AD5E0D-EC03-A816-0B77-A01EFE98D993}"/>
          </ac:spMkLst>
        </pc:spChg>
        <pc:spChg chg="mod">
          <ac:chgData name="内装 大友" userId="6405a49391cd44f3" providerId="Windows Live" clId="Web-{68B56461-DDEE-4A1E-89C0-4CA9688B377C}" dt="2026-06-18T13:25:23.072" v="27" actId="20577"/>
          <ac:spMkLst>
            <pc:docMk/>
            <pc:sldMk cId="3650668625" sldId="261"/>
            <ac:spMk id="5" creationId="{96ACC769-9989-E500-264E-C7C253E431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4B76E-B62E-4812-BA7D-825654688684}"/>
              </a:ext>
            </a:extLst>
          </p:cNvPr>
          <p:cNvSpPr/>
          <p:nvPr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F05D1-197A-4EB5-A82C-7DC2425B571D}"/>
              </a:ext>
            </a:extLst>
          </p:cNvPr>
          <p:cNvSpPr/>
          <p:nvPr/>
        </p:nvSpPr>
        <p:spPr>
          <a:xfrm>
            <a:off x="639413" y="2818150"/>
            <a:ext cx="10913175" cy="25718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FFE35-CB40-419E-BEDE-1E852C7CC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24" y="3154680"/>
            <a:ext cx="9994392" cy="1335024"/>
          </a:xfrm>
        </p:spPr>
        <p:txBody>
          <a:bodyPr anchor="b"/>
          <a:lstStyle>
            <a:lvl1pPr algn="l">
              <a:lnSpc>
                <a:spcPct val="105000"/>
              </a:lnSpc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66B81-8E0E-4B31-9B8A-AD8615CF5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184" y="4489704"/>
            <a:ext cx="10009632" cy="768096"/>
          </a:xfrm>
        </p:spPr>
        <p:txBody>
          <a:bodyPr lIns="109728" tIns="109728" rIns="109728" bIns="91440" anchor="ctr"/>
          <a:lstStyle>
            <a:lvl1pPr marL="0" indent="0" algn="l">
              <a:buNone/>
              <a:defRPr sz="24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E3122-8086-4B62-A94B-822FD6B4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18AD-F44F-484C-A3D2-C5EF8D94DE24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9890-8F9E-40E4-9E32-1481709B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4A2E-05AC-44E3-B11A-086CA906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B81F-97CD-4934-852B-F0AECFD0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2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99A3-430D-4D78-9DF7-56578715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09F0-EED8-49A3-8DEB-65D7E568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33971-B6D0-433D-83AE-34616CE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0D2D1-B868-4347-B796-3B5A5EB129FF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CA778-7EAA-41F9-B37D-C8E67AE7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7F5B-F40C-4ECA-9FD3-760EAA21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0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79C4-5B2D-490C-A3A9-EB977CFA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1709738"/>
            <a:ext cx="10913175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D5857-FA4D-4A9B-856D-701234DE6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3" y="4589463"/>
            <a:ext cx="109131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F6E9-7983-40C8-AB5B-67D364A5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03C2D-6745-47B6-A29E-FE249DBCE96C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F873F-0C78-4B75-A7F3-78AAA381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F4A66-FCCD-4CC0-955A-6FF62FEC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3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A81E-979B-46D7-9D93-0797856A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3245F-4511-4B93-8CB3-0EC22FD62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413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029B-9D0E-4CB2-9A69-10A2F8C12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22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89C47-F724-4908-A6AD-806E765B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244C2-3623-4BFB-B9A0-94542302335A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00E8-4086-4363-88E6-CA24CE3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4F54F-F3CE-42F0-ADD3-F174B9BB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6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BAB1-26FD-44BF-86E8-57ED04D7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5488"/>
            <a:ext cx="10908792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CB96-93C7-4E74-8285-0327A1A26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904474"/>
            <a:ext cx="5120640" cy="838726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DF5A1-7F2F-4B53-9402-85306B933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413" y="2969917"/>
            <a:ext cx="5157787" cy="3219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75651-3077-40D2-B167-CAB37859E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7565" y="1904474"/>
            <a:ext cx="5120640" cy="83872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D45EC-3B0F-49DC-91BC-2B4E4DA04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7565" y="2969915"/>
            <a:ext cx="5120639" cy="3219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B7364-544C-427F-8C26-40E48F77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3B92-D160-4899-8AEB-23E2AB3EBB07}" type="datetime1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7AF57-EA04-49AA-91E0-7393B8DB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A6F2-A8DC-49B2-B9D6-7A001FF3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567CAD-C446-4819-8D43-D93D35E7998F}"/>
              </a:ext>
            </a:extLst>
          </p:cNvPr>
          <p:cNvCxnSpPr>
            <a:cxnSpLocks/>
          </p:cNvCxnSpPr>
          <p:nvPr/>
        </p:nvCxnSpPr>
        <p:spPr>
          <a:xfrm>
            <a:off x="6096000" y="1613647"/>
            <a:ext cx="0" cy="4515986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19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9AB5-A960-4D82-97A6-922633B7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FEF6C-EDD1-4573-A6D1-D5582457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71B3-2886-4196-8AEE-F25AFF1977D5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8429F-6359-4950-8C39-80E03A2D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B98F5-EE2F-4214-975A-76719DBD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2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39CD7-DA28-4950-958A-9781728C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A954-8CB7-411C-B9F4-2C7BBA3637E7}" type="datetime1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345F2-29FF-4A4D-A577-8FED65D0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6B79A-87C1-4CB8-BC9B-8705CEC4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7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1454-EF5C-4D4A-95D3-B320D15C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685800"/>
          </a:xfrm>
        </p:spPr>
        <p:txBody>
          <a:bodyPr anchor="ctr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D4B9-4A42-478A-AEFB-3F5D0629F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1656589"/>
            <a:ext cx="6245352" cy="420446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2F622-E127-4877-8F61-E5FAE62CD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414" y="1656588"/>
            <a:ext cx="4132612" cy="4212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3E8C1-6159-4F82-A5F4-35DDE51E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446A-20B5-4264-B561-E7D9C581BFC4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C603F-9904-472E-86B9-D7223CAB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0828B-5598-4BB2-9FC6-86BDC5EC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4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E4FD-3561-45A0-82BC-1E0F7399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6858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19FD7-F525-433A-BC5B-E8251F514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45666"/>
            <a:ext cx="6365684" cy="4215384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CAD49-8534-4DA7-91E6-D2827CBEB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414" y="1655064"/>
            <a:ext cx="4132612" cy="42153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F16CE-96E3-44EC-B9C8-F7FEDA17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C44C-94B9-4BA1-95A5-21C59D41B284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4BBD5-FCB5-45FF-A806-445007BA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43AF2-82EC-4A16-9E91-742792F0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6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AAC2-5C8E-4AC4-A655-1BBB12DE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DEA25-8853-4480-B177-F6FB3A913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0C9A-FAAB-4907-9074-ED83F291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897D3-3687-4972-B93C-3CFDF36BF9D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E74C0-6AA6-4DAA-B696-21A593BF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C47E9-9A55-415E-8340-5E2B5BD2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5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E48E5-4047-441F-8F68-CAA0E5D31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9413" y="365125"/>
            <a:ext cx="793308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2861A-99E0-4DD2-8956-9C3A8BCA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AA46-D730-4A32-BF6D-5880ED7B6ED6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F9A7-D5EB-4CB0-ADF9-A2D67864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34A46-E778-48F1-85FB-88A26059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87D44-2EFA-42B2-8345-F3CB14FC8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82768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01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E79F0E-E6F3-4029-A461-CBE56588470B}"/>
              </a:ext>
            </a:extLst>
          </p:cNvPr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5D58A2-1B1F-4DF4-936E-885ECC73E6F0}"/>
              </a:ext>
            </a:extLst>
          </p:cNvPr>
          <p:cNvSpPr/>
          <p:nvPr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9B9AA-BDD3-49A4-84E0-99DC3EF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B1D57-5959-4202-BB86-AFBA794FA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639615"/>
            <a:ext cx="10904435" cy="4537348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3D2-19DD-4BA8-81DE-A095DB31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262A92C-3DD6-4D28-BA90-423F0C949F1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2D90-3DF7-4BB4-808C-F89E35410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76974-1464-4D58-B215-63300577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20EFF4B-E35B-4DE6-97A9-05E54E649A1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02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spc="110" baseline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500"/>
        </a:spcBef>
        <a:buClr>
          <a:schemeClr val="accent2"/>
        </a:buClr>
        <a:buFontTx/>
        <a:buNone/>
        <a:defRPr sz="2000" b="0" kern="1200" spc="8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Tx/>
        <a:buNone/>
        <a:defRPr sz="1600" kern="1200" spc="8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Tx/>
        <a:buNone/>
        <a:defRPr sz="1600" kern="1200" spc="8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Tx/>
        <a:buNone/>
        <a:defRPr sz="1600" kern="1200" spc="8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Tx/>
        <a:buNone/>
        <a:defRPr sz="1600" kern="1200" spc="8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5B289C-FFBC-4DA1-9048-5AB172C33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3C5D27-7315-4329-9695-A69862DA1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6" cy="8043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6A1181-8D84-4A07-8FD9-AF38ED8F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53667"/>
            <a:ext cx="6094476" cy="8043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9A1B6C-63F2-4138-98AE-8DBC8A91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0F3168-91D5-4F97-8256-506351938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425" y="2818150"/>
            <a:ext cx="6769707" cy="25718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75360" y="2971800"/>
            <a:ext cx="6320378" cy="1871330"/>
          </a:xfrm>
        </p:spPr>
        <p:txBody>
          <a:bodyPr anchor="b">
            <a:normAutofit/>
          </a:bodyPr>
          <a:lstStyle/>
          <a:p>
            <a:pPr>
              <a:lnSpc>
                <a:spcPct val="95000"/>
              </a:lnSpc>
            </a:pPr>
            <a:r>
              <a:rPr lang="ja-JP" altLang="en-US" sz="5500">
                <a:solidFill>
                  <a:schemeClr val="bg1"/>
                </a:solidFill>
                <a:ea typeface="ＭＳ Ｐゴシック"/>
              </a:rPr>
              <a:t>STEM Summer Hackathon2026</a:t>
            </a:r>
            <a:endParaRPr kumimoji="1" lang="ja-JP" altLang="en-US" sz="5500">
              <a:solidFill>
                <a:schemeClr val="bg1"/>
              </a:solidFill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973836" y="4946429"/>
            <a:ext cx="6320378" cy="446027"/>
          </a:xfrm>
        </p:spPr>
        <p:txBody>
          <a:bodyPr>
            <a:normAutofit fontScale="85000" lnSpcReduction="20000"/>
          </a:bodyPr>
          <a:lstStyle/>
          <a:p>
            <a:endParaRPr kumimoji="1" lang="ja-JP" alt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32859-75ED-0268-8FB9-B7FAF63A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自己紹介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3A820F-46F9-A98F-85C8-70A1F6AF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073" y="1452709"/>
            <a:ext cx="7640774" cy="5184329"/>
          </a:xfrm>
        </p:spPr>
        <p:txBody>
          <a:bodyPr lIns="91440" tIns="45720" rIns="91440" bIns="45720" anchor="t"/>
          <a:lstStyle/>
          <a:p>
            <a:r>
              <a:rPr lang="ja-JP" altLang="en-US" sz="2800">
                <a:ea typeface="Yu Gothic Medium"/>
              </a:rPr>
              <a:t>名前: 小林愛佳</a:t>
            </a:r>
            <a:endParaRPr lang="ja-JP"/>
          </a:p>
          <a:p>
            <a:r>
              <a:rPr lang="ja-JP" altLang="en-US" sz="2800">
                <a:ea typeface="Yu Gothic Medium"/>
              </a:rPr>
              <a:t>卒業年: 2025年度(8期生)</a:t>
            </a:r>
          </a:p>
          <a:p>
            <a:r>
              <a:rPr lang="ja-JP" altLang="en-US" sz="2800">
                <a:ea typeface="Yu Gothic Medium"/>
              </a:rPr>
              <a:t>所属班: Unity生まれのIT育ち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　　　  高2-高3　部長</a:t>
            </a:r>
            <a:endParaRPr lang="ja-JP" altLang="en-US" sz="2800" dirty="0">
              <a:ea typeface="Yu Gothic Medium"/>
            </a:endParaRPr>
          </a:p>
          <a:p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  </a:t>
            </a:r>
            <a:endParaRPr lang="ja-JP" altLang="en-US" sz="2800" dirty="0">
              <a:ea typeface="Yu Gothic Medium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4449F853-96F1-25CB-AFA6-4C572FEB2B10}"/>
              </a:ext>
            </a:extLst>
          </p:cNvPr>
          <p:cNvSpPr txBox="1">
            <a:spLocks/>
          </p:cNvSpPr>
          <p:nvPr/>
        </p:nvSpPr>
        <p:spPr>
          <a:xfrm>
            <a:off x="3897322" y="4236164"/>
            <a:ext cx="7640774" cy="18775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500"/>
              </a:spcBef>
              <a:buClr>
                <a:schemeClr val="accent2"/>
              </a:buClr>
              <a:buFontTx/>
              <a:buNone/>
              <a:defRPr sz="2000" b="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Tx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800">
                <a:ea typeface="Yu Gothic Medium"/>
              </a:rPr>
              <a:t>所属　株式会社デンソー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  　技能人財養成部デンソー工業学園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　　　訓練・指導課　高専E組(ソフト専修)</a:t>
            </a:r>
            <a:endParaRPr lang="ja-JP" altLang="en-US" sz="2800" dirty="0">
              <a:ea typeface="Yu Gothic Medium"/>
            </a:endParaRPr>
          </a:p>
        </p:txBody>
      </p:sp>
      <p:pic>
        <p:nvPicPr>
          <p:cNvPr id="6" name="図 5" descr="ジャンプする男性&#10;&#10;AI 生成コンテンツは間違っている可能性があります。">
            <a:extLst>
              <a:ext uri="{FF2B5EF4-FFF2-40B4-BE49-F238E27FC236}">
                <a16:creationId xmlns:a16="http://schemas.microsoft.com/office/drawing/2014/main" id="{EF85A15C-98DA-4BEF-B0DF-C10E1F38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00" y="1452113"/>
            <a:ext cx="2668172" cy="519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C39C8-71D9-1574-DD81-8B512975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過去の実績</a:t>
            </a:r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A87453A-7248-6664-220E-7D92AB7AA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87" y="1501951"/>
            <a:ext cx="11404000" cy="4465462"/>
          </a:xfrm>
        </p:spPr>
        <p:txBody>
          <a:bodyPr lIns="91440" tIns="45720" rIns="91440" bIns="45720" anchor="t"/>
          <a:lstStyle/>
          <a:p>
            <a:r>
              <a:rPr lang="ja-JP" altLang="en-US" sz="2800">
                <a:ea typeface="Yu Gothic Medium"/>
              </a:rPr>
              <a:t>高校2年　若年者ものづくり競技大会</a:t>
            </a:r>
          </a:p>
          <a:p>
            <a:r>
              <a:rPr lang="ja-JP" altLang="en-US" sz="2800">
                <a:ea typeface="Yu Gothic Medium"/>
              </a:rPr>
              <a:t>     業務用ITソフトウェア・ソリューションズ職種　銅賞</a:t>
            </a:r>
          </a:p>
          <a:p>
            <a:r>
              <a:rPr lang="ja-JP" altLang="en-US" sz="2800">
                <a:ea typeface="Yu Gothic Medium"/>
              </a:rPr>
              <a:t>    シンギュラリティバトルクエスト DQ2位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高校3年　若年者ものづくり競技大会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     ITネットワークシステム管理　出場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      全情コン　実質3位</a:t>
            </a:r>
            <a:endParaRPr lang="ja-JP" altLang="en-US" sz="2800" dirty="0">
              <a:ea typeface="Yu Gothic Medium"/>
            </a:endParaRPr>
          </a:p>
          <a:p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  </a:t>
            </a:r>
            <a:endParaRPr lang="ja-JP" altLang="en-US" sz="2800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9479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A8E8C-76B1-FD0D-B4B2-373F6771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ハッカソンとは何か?</a:t>
            </a:r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CD1BC55-71D1-1646-C268-57A558C49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87" y="1501951"/>
            <a:ext cx="11404000" cy="4465462"/>
          </a:xfrm>
        </p:spPr>
        <p:txBody>
          <a:bodyPr lIns="91440" tIns="45720" rIns="91440" bIns="45720" anchor="t"/>
          <a:lstStyle/>
          <a:p>
            <a:r>
              <a:rPr lang="ja-JP" altLang="en-US" sz="2800">
                <a:ea typeface="Yu Gothic Medium"/>
              </a:rPr>
              <a:t>ハッカソンとは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　</a:t>
            </a:r>
            <a:r>
              <a:rPr lang="ja-JP" altLang="en-US" sz="2800">
                <a:highlight>
                  <a:srgbClr val="FFFF00"/>
                </a:highlight>
                <a:ea typeface="Yu Gothic Medium"/>
              </a:rPr>
              <a:t>ハック(Hack)</a:t>
            </a:r>
            <a:r>
              <a:rPr lang="ja-JP" altLang="en-US" sz="2800">
                <a:ea typeface="Yu Gothic Medium"/>
              </a:rPr>
              <a:t>と</a:t>
            </a:r>
            <a:r>
              <a:rPr lang="ja-JP" altLang="en-US" sz="2800">
                <a:highlight>
                  <a:srgbClr val="FFFF00"/>
                </a:highlight>
                <a:ea typeface="Yu Gothic Medium"/>
              </a:rPr>
              <a:t>マラソン(Marathon)</a:t>
            </a:r>
            <a:r>
              <a:rPr lang="ja-JP" altLang="en-US" sz="2800">
                <a:ea typeface="Yu Gothic Medium"/>
              </a:rPr>
              <a:t>を組み合わせた造語</a:t>
            </a:r>
            <a:endParaRPr lang="ja-JP" altLang="en-US" sz="2800" dirty="0">
              <a:ea typeface="Yu Gothic Medium"/>
            </a:endParaRPr>
          </a:p>
          <a:p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・ 短期間でアイデアを形にする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・　プロトタイプを作ってプレゼンをしよう！</a:t>
            </a:r>
            <a:endParaRPr lang="ja-JP" altLang="en-US" sz="2800" dirty="0">
              <a:ea typeface="Yu Gothic Medium"/>
            </a:endParaRPr>
          </a:p>
          <a:p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 </a:t>
            </a:r>
            <a:endParaRPr lang="ja-JP" altLang="en-US" sz="2800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5067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AD5E0D-EC03-A816-0B77-A01EFE98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この夏のハッカソン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96ACC769-9989-E500-264E-C7C253E43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87" y="1501951"/>
            <a:ext cx="11404000" cy="4465462"/>
          </a:xfrm>
        </p:spPr>
        <p:txBody>
          <a:bodyPr lIns="91440" tIns="45720" rIns="91440" bIns="45720" anchor="t"/>
          <a:lstStyle/>
          <a:p>
            <a:r>
              <a:rPr lang="ja-JP" altLang="en-US" sz="2800">
                <a:ea typeface="Yu Gothic Medium"/>
              </a:rPr>
              <a:t>開催期間: 8/22まで</a:t>
            </a:r>
          </a:p>
          <a:p>
            <a:r>
              <a:rPr lang="ja-JP" altLang="en-US" sz="2800">
                <a:ea typeface="Yu Gothic Medium"/>
              </a:rPr>
              <a:t>お題「すきま」</a:t>
            </a:r>
            <a:endParaRPr lang="ja-JP" altLang="en-US" sz="2800" dirty="0">
              <a:ea typeface="Yu Gothic Medium"/>
            </a:endParaRPr>
          </a:p>
          <a:p>
            <a:r>
              <a:rPr lang="ja-JP" altLang="en-US" sz="2800">
                <a:ea typeface="Yu Gothic Medium"/>
              </a:rPr>
              <a:t>技術縛り　なし(アイデアを形にできたことを評価する)</a:t>
            </a:r>
            <a:endParaRPr lang="ja-JP" altLang="en-US" sz="2800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0668625"/>
      </p:ext>
    </p:extLst>
  </p:cSld>
  <p:clrMapOvr>
    <a:masterClrMapping/>
  </p:clrMapOvr>
</p:sld>
</file>

<file path=ppt/theme/theme1.xml><?xml version="1.0" encoding="utf-8"?>
<a:theme xmlns:a="http://schemas.openxmlformats.org/drawingml/2006/main" name="MeiryoVTI">
  <a:themeElements>
    <a:clrScheme name="Meiryo">
      <a:dk1>
        <a:srgbClr val="232323"/>
      </a:dk1>
      <a:lt1>
        <a:srgbClr val="FFFFFF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B9D587"/>
      </a:accent3>
      <a:accent4>
        <a:srgbClr val="E8BD32"/>
      </a:accent4>
      <a:accent5>
        <a:srgbClr val="809EC2"/>
      </a:accent5>
      <a:accent6>
        <a:srgbClr val="E3ADB6"/>
      </a:accent6>
      <a:hlink>
        <a:srgbClr val="34ADB6"/>
      </a:hlink>
      <a:folHlink>
        <a:srgbClr val="B2B2B2"/>
      </a:folHlink>
    </a:clrScheme>
    <a:fontScheme name="Meiryo UI">
      <a:majorFont>
        <a:latin typeface="Yu Mincho Demibold"/>
        <a:ea typeface=""/>
        <a:cs typeface=""/>
      </a:majorFont>
      <a:minorFont>
        <a:latin typeface="Yu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iryoVTI" id="{3EF0B2FA-4C70-4C56-AE0C-16E6000BE750}" vid="{C80AAF17-7084-4B19-8ADF-AE8F46812F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MeiryoVTI</vt:lpstr>
      <vt:lpstr>STEM Summer Hackathon2026</vt:lpstr>
      <vt:lpstr>自己紹介</vt:lpstr>
      <vt:lpstr>過去の実績</vt:lpstr>
      <vt:lpstr>ハッカソンとは何か?</vt:lpstr>
      <vt:lpstr>この夏のハッカソン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151</cp:revision>
  <dcterms:created xsi:type="dcterms:W3CDTF">2026-05-16T10:21:04Z</dcterms:created>
  <dcterms:modified xsi:type="dcterms:W3CDTF">2026-06-18T13:25:51Z</dcterms:modified>
</cp:coreProperties>
</file>